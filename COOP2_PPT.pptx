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3" r:id="rId10"/>
    <p:sldId id="272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A6669A-F207-4E14-8B8B-D2287F9942EA}" type="doc">
      <dgm:prSet loTypeId="urn:microsoft.com/office/officeart/2005/8/layout/default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IN"/>
        </a:p>
      </dgm:t>
    </dgm:pt>
    <dgm:pt modelId="{2E22DB12-D496-4E6F-A88B-DB89758973F8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architectural choice between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Monoliths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Microservices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is no longer a binary "good vs. bad" decision but a strategic trade-off centered on organizational maturity and technical requirements. </a:t>
          </a:r>
          <a:endParaRPr lang="en-IN" dirty="0"/>
        </a:p>
      </dgm:t>
    </dgm:pt>
    <dgm:pt modelId="{1FAE48B2-57DE-4F19-BB3E-94719BFC79A5}" type="parTrans" cxnId="{B4787F5A-4AF2-4AFC-9D47-4F60A4137046}">
      <dgm:prSet/>
      <dgm:spPr/>
      <dgm:t>
        <a:bodyPr/>
        <a:lstStyle/>
        <a:p>
          <a:endParaRPr lang="en-IN"/>
        </a:p>
      </dgm:t>
    </dgm:pt>
    <dgm:pt modelId="{0B111731-EC90-446D-9C68-B44587B7789E}" type="sibTrans" cxnId="{B4787F5A-4AF2-4AFC-9D47-4F60A4137046}">
      <dgm:prSet/>
      <dgm:spPr/>
      <dgm:t>
        <a:bodyPr/>
        <a:lstStyle/>
        <a:p>
          <a:endParaRPr lang="en-IN"/>
        </a:p>
      </dgm:t>
    </dgm:pt>
    <dgm:pt modelId="{7DDDE2E5-5E97-44E7-9CA7-BBF53406DE72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The Structural Paradox: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While Monoliths offer simplicity and unified state management, they often become "Big Balls of Mud" as they scale, leading to deployment bottlenecks. </a:t>
          </a:r>
        </a:p>
      </dgm:t>
    </dgm:pt>
    <dgm:pt modelId="{05B5F89B-DC0D-4026-ADA9-651E0D522752}" type="parTrans" cxnId="{4D5C1672-3BC9-4711-9BFE-B3D03D697E3E}">
      <dgm:prSet/>
      <dgm:spPr/>
      <dgm:t>
        <a:bodyPr/>
        <a:lstStyle/>
        <a:p>
          <a:endParaRPr lang="en-IN"/>
        </a:p>
      </dgm:t>
    </dgm:pt>
    <dgm:pt modelId="{B63D608B-BACF-4FE6-89EA-0200174B5A8F}" type="sibTrans" cxnId="{4D5C1672-3BC9-4711-9BFE-B3D03D697E3E}">
      <dgm:prSet/>
      <dgm:spPr/>
      <dgm:t>
        <a:bodyPr/>
        <a:lstStyle/>
        <a:p>
          <a:endParaRPr lang="en-IN"/>
        </a:p>
      </dgm:t>
    </dgm:pt>
    <dgm:pt modelId="{FD6122EC-9878-4A3D-96B6-A5678D25762F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The Microservices Premium: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This concept describes the inherent "tax" paid in network latency, distributed consistency, and operational overhead in exchange for high availability and independent scaling.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4AB524-0730-4B77-ADE1-E8FE0C82D73B}" type="parTrans" cxnId="{0A2DAF27-4D67-4A6B-93D3-A6C2BF44179D}">
      <dgm:prSet/>
      <dgm:spPr/>
      <dgm:t>
        <a:bodyPr/>
        <a:lstStyle/>
        <a:p>
          <a:endParaRPr lang="en-IN"/>
        </a:p>
      </dgm:t>
    </dgm:pt>
    <dgm:pt modelId="{8265E254-BF4E-4BFE-AC1F-52D33883E155}" type="sibTrans" cxnId="{0A2DAF27-4D67-4A6B-93D3-A6C2BF44179D}">
      <dgm:prSet/>
      <dgm:spPr/>
      <dgm:t>
        <a:bodyPr/>
        <a:lstStyle/>
        <a:p>
          <a:endParaRPr lang="en-IN"/>
        </a:p>
      </dgm:t>
    </dgm:pt>
    <dgm:pt modelId="{4469AA46-F965-4A61-B957-75E86E65786A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The Crossover Point: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The core of this research is identifying the specific threshold where the cost of managing monolithic complexity exceeds the "premium" of a microservices mesh.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40ACB0-2F7E-4D94-A9FD-5AB00D347A6A}" type="parTrans" cxnId="{292C1DA3-438C-4376-B5C9-6D89120E0937}">
      <dgm:prSet/>
      <dgm:spPr/>
      <dgm:t>
        <a:bodyPr/>
        <a:lstStyle/>
        <a:p>
          <a:endParaRPr lang="en-IN"/>
        </a:p>
      </dgm:t>
    </dgm:pt>
    <dgm:pt modelId="{FEDB0571-D869-4C9B-9D37-8D4FAA6C6827}" type="sibTrans" cxnId="{292C1DA3-438C-4376-B5C9-6D89120E0937}">
      <dgm:prSet/>
      <dgm:spPr/>
      <dgm:t>
        <a:bodyPr/>
        <a:lstStyle/>
        <a:p>
          <a:endParaRPr lang="en-IN"/>
        </a:p>
      </dgm:t>
    </dgm:pt>
    <dgm:pt modelId="{388D4660-32E9-434D-B950-1858B87B27F6}" type="pres">
      <dgm:prSet presAssocID="{09A6669A-F207-4E14-8B8B-D2287F9942EA}" presName="diagram" presStyleCnt="0">
        <dgm:presLayoutVars>
          <dgm:dir/>
          <dgm:resizeHandles val="exact"/>
        </dgm:presLayoutVars>
      </dgm:prSet>
      <dgm:spPr/>
    </dgm:pt>
    <dgm:pt modelId="{1C504E59-F3D7-464A-8FEC-3C03A82802A3}" type="pres">
      <dgm:prSet presAssocID="{2E22DB12-D496-4E6F-A88B-DB89758973F8}" presName="node" presStyleLbl="node1" presStyleIdx="0" presStyleCnt="4">
        <dgm:presLayoutVars>
          <dgm:bulletEnabled val="1"/>
        </dgm:presLayoutVars>
      </dgm:prSet>
      <dgm:spPr/>
    </dgm:pt>
    <dgm:pt modelId="{80467377-3D32-446F-B41F-1C562D4D9B4B}" type="pres">
      <dgm:prSet presAssocID="{0B111731-EC90-446D-9C68-B44587B7789E}" presName="sibTrans" presStyleCnt="0"/>
      <dgm:spPr/>
    </dgm:pt>
    <dgm:pt modelId="{EA06A662-9007-4325-8C88-4377D932A6BC}" type="pres">
      <dgm:prSet presAssocID="{7DDDE2E5-5E97-44E7-9CA7-BBF53406DE72}" presName="node" presStyleLbl="node1" presStyleIdx="1" presStyleCnt="4">
        <dgm:presLayoutVars>
          <dgm:bulletEnabled val="1"/>
        </dgm:presLayoutVars>
      </dgm:prSet>
      <dgm:spPr/>
    </dgm:pt>
    <dgm:pt modelId="{3A8564C2-EA4F-4C46-A552-CF210D6586A0}" type="pres">
      <dgm:prSet presAssocID="{B63D608B-BACF-4FE6-89EA-0200174B5A8F}" presName="sibTrans" presStyleCnt="0"/>
      <dgm:spPr/>
    </dgm:pt>
    <dgm:pt modelId="{8DC6F718-4363-41A5-9F95-494C8E897957}" type="pres">
      <dgm:prSet presAssocID="{FD6122EC-9878-4A3D-96B6-A5678D25762F}" presName="node" presStyleLbl="node1" presStyleIdx="2" presStyleCnt="4">
        <dgm:presLayoutVars>
          <dgm:bulletEnabled val="1"/>
        </dgm:presLayoutVars>
      </dgm:prSet>
      <dgm:spPr/>
    </dgm:pt>
    <dgm:pt modelId="{4BA711EC-8601-4F8D-B7B5-C2DD5899573F}" type="pres">
      <dgm:prSet presAssocID="{8265E254-BF4E-4BFE-AC1F-52D33883E155}" presName="sibTrans" presStyleCnt="0"/>
      <dgm:spPr/>
    </dgm:pt>
    <dgm:pt modelId="{5EACD1A1-F993-403C-8455-963BB4896FE7}" type="pres">
      <dgm:prSet presAssocID="{4469AA46-F965-4A61-B957-75E86E65786A}" presName="node" presStyleLbl="node1" presStyleIdx="3" presStyleCnt="4">
        <dgm:presLayoutVars>
          <dgm:bulletEnabled val="1"/>
        </dgm:presLayoutVars>
      </dgm:prSet>
      <dgm:spPr/>
    </dgm:pt>
  </dgm:ptLst>
  <dgm:cxnLst>
    <dgm:cxn modelId="{79D6AA21-8782-463A-A107-2DD4A6460578}" type="presOf" srcId="{7DDDE2E5-5E97-44E7-9CA7-BBF53406DE72}" destId="{EA06A662-9007-4325-8C88-4377D932A6BC}" srcOrd="0" destOrd="0" presId="urn:microsoft.com/office/officeart/2005/8/layout/default"/>
    <dgm:cxn modelId="{0A2DAF27-4D67-4A6B-93D3-A6C2BF44179D}" srcId="{09A6669A-F207-4E14-8B8B-D2287F9942EA}" destId="{FD6122EC-9878-4A3D-96B6-A5678D25762F}" srcOrd="2" destOrd="0" parTransId="{9E4AB524-0730-4B77-ADE1-E8FE0C82D73B}" sibTransId="{8265E254-BF4E-4BFE-AC1F-52D33883E155}"/>
    <dgm:cxn modelId="{0B4EF930-75E9-472C-8BCE-298D7A41091C}" type="presOf" srcId="{4469AA46-F965-4A61-B957-75E86E65786A}" destId="{5EACD1A1-F993-403C-8455-963BB4896FE7}" srcOrd="0" destOrd="0" presId="urn:microsoft.com/office/officeart/2005/8/layout/default"/>
    <dgm:cxn modelId="{B762626D-7E34-464A-A967-04F4C24C7C43}" type="presOf" srcId="{FD6122EC-9878-4A3D-96B6-A5678D25762F}" destId="{8DC6F718-4363-41A5-9F95-494C8E897957}" srcOrd="0" destOrd="0" presId="urn:microsoft.com/office/officeart/2005/8/layout/default"/>
    <dgm:cxn modelId="{4D5C1672-3BC9-4711-9BFE-B3D03D697E3E}" srcId="{09A6669A-F207-4E14-8B8B-D2287F9942EA}" destId="{7DDDE2E5-5E97-44E7-9CA7-BBF53406DE72}" srcOrd="1" destOrd="0" parTransId="{05B5F89B-DC0D-4026-ADA9-651E0D522752}" sibTransId="{B63D608B-BACF-4FE6-89EA-0200174B5A8F}"/>
    <dgm:cxn modelId="{B4787F5A-4AF2-4AFC-9D47-4F60A4137046}" srcId="{09A6669A-F207-4E14-8B8B-D2287F9942EA}" destId="{2E22DB12-D496-4E6F-A88B-DB89758973F8}" srcOrd="0" destOrd="0" parTransId="{1FAE48B2-57DE-4F19-BB3E-94719BFC79A5}" sibTransId="{0B111731-EC90-446D-9C68-B44587B7789E}"/>
    <dgm:cxn modelId="{4540C39C-5847-44CC-905A-4E531F09DAE7}" type="presOf" srcId="{2E22DB12-D496-4E6F-A88B-DB89758973F8}" destId="{1C504E59-F3D7-464A-8FEC-3C03A82802A3}" srcOrd="0" destOrd="0" presId="urn:microsoft.com/office/officeart/2005/8/layout/default"/>
    <dgm:cxn modelId="{292C1DA3-438C-4376-B5C9-6D89120E0937}" srcId="{09A6669A-F207-4E14-8B8B-D2287F9942EA}" destId="{4469AA46-F965-4A61-B957-75E86E65786A}" srcOrd="3" destOrd="0" parTransId="{8840ACB0-2F7E-4D94-A9FD-5AB00D347A6A}" sibTransId="{FEDB0571-D869-4C9B-9D37-8D4FAA6C6827}"/>
    <dgm:cxn modelId="{7A22CDA5-10B1-415C-A93F-9B7122BF58B3}" type="presOf" srcId="{09A6669A-F207-4E14-8B8B-D2287F9942EA}" destId="{388D4660-32E9-434D-B950-1858B87B27F6}" srcOrd="0" destOrd="0" presId="urn:microsoft.com/office/officeart/2005/8/layout/default"/>
    <dgm:cxn modelId="{A0E00951-250A-45C9-A919-32082F42B9AA}" type="presParOf" srcId="{388D4660-32E9-434D-B950-1858B87B27F6}" destId="{1C504E59-F3D7-464A-8FEC-3C03A82802A3}" srcOrd="0" destOrd="0" presId="urn:microsoft.com/office/officeart/2005/8/layout/default"/>
    <dgm:cxn modelId="{56148E38-2637-4DD5-A30D-D907838A3D43}" type="presParOf" srcId="{388D4660-32E9-434D-B950-1858B87B27F6}" destId="{80467377-3D32-446F-B41F-1C562D4D9B4B}" srcOrd="1" destOrd="0" presId="urn:microsoft.com/office/officeart/2005/8/layout/default"/>
    <dgm:cxn modelId="{A7C550DE-FFD3-45F9-81E5-46F74A1A1C79}" type="presParOf" srcId="{388D4660-32E9-434D-B950-1858B87B27F6}" destId="{EA06A662-9007-4325-8C88-4377D932A6BC}" srcOrd="2" destOrd="0" presId="urn:microsoft.com/office/officeart/2005/8/layout/default"/>
    <dgm:cxn modelId="{2EF5A439-8D9A-42F0-83D3-78324B1305A9}" type="presParOf" srcId="{388D4660-32E9-434D-B950-1858B87B27F6}" destId="{3A8564C2-EA4F-4C46-A552-CF210D6586A0}" srcOrd="3" destOrd="0" presId="urn:microsoft.com/office/officeart/2005/8/layout/default"/>
    <dgm:cxn modelId="{BC8FE467-FA85-4152-B302-103CB5425F64}" type="presParOf" srcId="{388D4660-32E9-434D-B950-1858B87B27F6}" destId="{8DC6F718-4363-41A5-9F95-494C8E897957}" srcOrd="4" destOrd="0" presId="urn:microsoft.com/office/officeart/2005/8/layout/default"/>
    <dgm:cxn modelId="{46627A66-8E94-4160-912D-78F82629CAC0}" type="presParOf" srcId="{388D4660-32E9-434D-B950-1858B87B27F6}" destId="{4BA711EC-8601-4F8D-B7B5-C2DD5899573F}" srcOrd="5" destOrd="0" presId="urn:microsoft.com/office/officeart/2005/8/layout/default"/>
    <dgm:cxn modelId="{2050C61B-5121-47F5-871C-83D811E8E0F7}" type="presParOf" srcId="{388D4660-32E9-434D-B950-1858B87B27F6}" destId="{5EACD1A1-F993-403C-8455-963BB4896FE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DC9A21-4CF4-46D0-94F2-373C6E8153E0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EF571516-CC5D-4203-B96B-AC5BA7DE949A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The study aims to provide a data-driven framework for architectural selection based on the following goals: </a:t>
          </a:r>
          <a:endParaRPr lang="en-IN" sz="1800" dirty="0"/>
        </a:p>
      </dgm:t>
    </dgm:pt>
    <dgm:pt modelId="{429888B1-606A-40E1-A737-695815345EE7}" type="parTrans" cxnId="{8F98E3A9-1061-44FA-A1EF-710FA1862A1E}">
      <dgm:prSet/>
      <dgm:spPr/>
      <dgm:t>
        <a:bodyPr/>
        <a:lstStyle/>
        <a:p>
          <a:endParaRPr lang="en-IN"/>
        </a:p>
      </dgm:t>
    </dgm:pt>
    <dgm:pt modelId="{831FB537-FCD1-498B-8076-467585BCDF0B}" type="sibTrans" cxnId="{8F98E3A9-1061-44FA-A1EF-710FA1862A1E}">
      <dgm:prSet/>
      <dgm:spPr/>
      <dgm:t>
        <a:bodyPr/>
        <a:lstStyle/>
        <a:p>
          <a:endParaRPr lang="en-IN"/>
        </a:p>
      </dgm:t>
    </dgm:pt>
    <dgm:pt modelId="{2F372C59-1F10-42F0-8768-DAE44FC867D1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Quantify the Crossover Point: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Identify the exact metrics (e.g., service count, team size, or request volume) where a monolith becomes inefficient. </a:t>
          </a:r>
        </a:p>
      </dgm:t>
    </dgm:pt>
    <dgm:pt modelId="{FBDADDE9-A3B8-4ADB-BE6D-DDF1BB860E8C}" type="parTrans" cxnId="{17E7FD71-0194-41B1-939C-CF9562117A99}">
      <dgm:prSet/>
      <dgm:spPr/>
      <dgm:t>
        <a:bodyPr/>
        <a:lstStyle/>
        <a:p>
          <a:endParaRPr lang="en-IN"/>
        </a:p>
      </dgm:t>
    </dgm:pt>
    <dgm:pt modelId="{CA84D2E1-AD8A-486F-961C-475EE757AAAD}" type="sibTrans" cxnId="{17E7FD71-0194-41B1-939C-CF9562117A99}">
      <dgm:prSet/>
      <dgm:spPr/>
      <dgm:t>
        <a:bodyPr/>
        <a:lstStyle/>
        <a:p>
          <a:endParaRPr lang="en-IN"/>
        </a:p>
      </dgm:t>
    </dgm:pt>
    <dgm:pt modelId="{9AA18DA7-23B8-4766-861A-4A2D0413DC26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 Benchmarking: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Measure the impact of network serialization and inter-service communication on overall system latency. </a:t>
          </a:r>
        </a:p>
      </dgm:t>
    </dgm:pt>
    <dgm:pt modelId="{2AB4099C-DAEF-40FD-8E6B-39B708C427C8}" type="parTrans" cxnId="{7C655967-1144-4B04-B8AE-E37FC59D0876}">
      <dgm:prSet/>
      <dgm:spPr/>
      <dgm:t>
        <a:bodyPr/>
        <a:lstStyle/>
        <a:p>
          <a:endParaRPr lang="en-IN"/>
        </a:p>
      </dgm:t>
    </dgm:pt>
    <dgm:pt modelId="{5D828027-66CD-4416-9F29-15E1B041C1DC}" type="sibTrans" cxnId="{7C655967-1144-4B04-B8AE-E37FC59D0876}">
      <dgm:prSet/>
      <dgm:spPr/>
      <dgm:t>
        <a:bodyPr/>
        <a:lstStyle/>
        <a:p>
          <a:endParaRPr lang="en-IN"/>
        </a:p>
      </dgm:t>
    </dgm:pt>
    <dgm:pt modelId="{49339F90-D570-4CFC-8162-66760B64C23B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Operational Evaluation: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Analyze how "DevOps Maturity" correlates with the successful implementation of distributed architectures. </a:t>
          </a:r>
        </a:p>
      </dgm:t>
    </dgm:pt>
    <dgm:pt modelId="{1FBAE160-3F3F-46EB-B199-66A5B6656555}" type="parTrans" cxnId="{C7FBD469-FA44-4213-B6F9-376A3CB9500A}">
      <dgm:prSet/>
      <dgm:spPr/>
      <dgm:t>
        <a:bodyPr/>
        <a:lstStyle/>
        <a:p>
          <a:endParaRPr lang="en-IN"/>
        </a:p>
      </dgm:t>
    </dgm:pt>
    <dgm:pt modelId="{13CE5650-6B1B-4186-A233-443356954926}" type="sibTrans" cxnId="{C7FBD469-FA44-4213-B6F9-376A3CB9500A}">
      <dgm:prSet/>
      <dgm:spPr/>
      <dgm:t>
        <a:bodyPr/>
        <a:lstStyle/>
        <a:p>
          <a:endParaRPr lang="en-IN"/>
        </a:p>
      </dgm:t>
    </dgm:pt>
    <dgm:pt modelId="{4B3B9745-38AD-40EE-818A-EEF11347B943}">
      <dgm:prSet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Trade-off Mapping: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Create a rubric comparing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Scalability, Fault Tolerance,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Deployment Velocity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against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Operational Complexity.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EE11D5-73FB-4177-B984-E95F68D4377C}" type="parTrans" cxnId="{5AFB8336-731C-49A5-A6CB-BC8AD5B687AD}">
      <dgm:prSet/>
      <dgm:spPr/>
      <dgm:t>
        <a:bodyPr/>
        <a:lstStyle/>
        <a:p>
          <a:endParaRPr lang="en-IN"/>
        </a:p>
      </dgm:t>
    </dgm:pt>
    <dgm:pt modelId="{AD88E613-89F2-45BE-9639-670DE1211BAE}" type="sibTrans" cxnId="{5AFB8336-731C-49A5-A6CB-BC8AD5B687AD}">
      <dgm:prSet/>
      <dgm:spPr/>
      <dgm:t>
        <a:bodyPr/>
        <a:lstStyle/>
        <a:p>
          <a:endParaRPr lang="en-IN"/>
        </a:p>
      </dgm:t>
    </dgm:pt>
    <dgm:pt modelId="{9465A62D-76D6-4C77-9CA5-7E5B4B86C44F}" type="pres">
      <dgm:prSet presAssocID="{15DC9A21-4CF4-46D0-94F2-373C6E8153E0}" presName="vert0" presStyleCnt="0">
        <dgm:presLayoutVars>
          <dgm:dir/>
          <dgm:animOne val="branch"/>
          <dgm:animLvl val="lvl"/>
        </dgm:presLayoutVars>
      </dgm:prSet>
      <dgm:spPr/>
    </dgm:pt>
    <dgm:pt modelId="{7A60D5FC-C771-438B-8319-B9EDAF12D09B}" type="pres">
      <dgm:prSet presAssocID="{EF571516-CC5D-4203-B96B-AC5BA7DE949A}" presName="thickLine" presStyleLbl="alignNode1" presStyleIdx="0" presStyleCnt="1"/>
      <dgm:spPr/>
    </dgm:pt>
    <dgm:pt modelId="{97D8ADE5-EB2E-41C5-8FE1-D812DEE4F094}" type="pres">
      <dgm:prSet presAssocID="{EF571516-CC5D-4203-B96B-AC5BA7DE949A}" presName="horz1" presStyleCnt="0"/>
      <dgm:spPr/>
    </dgm:pt>
    <dgm:pt modelId="{0BE8CAE6-B63A-4346-8945-8596C9DB322B}" type="pres">
      <dgm:prSet presAssocID="{EF571516-CC5D-4203-B96B-AC5BA7DE949A}" presName="tx1" presStyleLbl="revTx" presStyleIdx="0" presStyleCnt="5" custScaleX="159463"/>
      <dgm:spPr/>
    </dgm:pt>
    <dgm:pt modelId="{BCA2D96C-FB46-4DB2-A112-44D22675309A}" type="pres">
      <dgm:prSet presAssocID="{EF571516-CC5D-4203-B96B-AC5BA7DE949A}" presName="vert1" presStyleCnt="0"/>
      <dgm:spPr/>
    </dgm:pt>
    <dgm:pt modelId="{DCF8852A-F653-417F-B8FC-BCA8F3F35673}" type="pres">
      <dgm:prSet presAssocID="{2F372C59-1F10-42F0-8768-DAE44FC867D1}" presName="vertSpace2a" presStyleCnt="0"/>
      <dgm:spPr/>
    </dgm:pt>
    <dgm:pt modelId="{48D91B6A-6E72-46AF-8058-EDCF86D42300}" type="pres">
      <dgm:prSet presAssocID="{2F372C59-1F10-42F0-8768-DAE44FC867D1}" presName="horz2" presStyleCnt="0"/>
      <dgm:spPr/>
    </dgm:pt>
    <dgm:pt modelId="{B40D24B1-124C-496A-A2C6-4A6755E8EA71}" type="pres">
      <dgm:prSet presAssocID="{2F372C59-1F10-42F0-8768-DAE44FC867D1}" presName="horzSpace2" presStyleCnt="0"/>
      <dgm:spPr/>
    </dgm:pt>
    <dgm:pt modelId="{30D468D8-8DE8-464B-8174-B776A6A61601}" type="pres">
      <dgm:prSet presAssocID="{2F372C59-1F10-42F0-8768-DAE44FC867D1}" presName="tx2" presStyleLbl="revTx" presStyleIdx="1" presStyleCnt="5"/>
      <dgm:spPr/>
    </dgm:pt>
    <dgm:pt modelId="{195BC40D-E2E6-4C1C-ADD3-1FBEC2C31F28}" type="pres">
      <dgm:prSet presAssocID="{2F372C59-1F10-42F0-8768-DAE44FC867D1}" presName="vert2" presStyleCnt="0"/>
      <dgm:spPr/>
    </dgm:pt>
    <dgm:pt modelId="{8DD5B6C1-EE9E-4DFC-97EB-4192E31FDDEB}" type="pres">
      <dgm:prSet presAssocID="{2F372C59-1F10-42F0-8768-DAE44FC867D1}" presName="thinLine2b" presStyleLbl="callout" presStyleIdx="0" presStyleCnt="4"/>
      <dgm:spPr/>
    </dgm:pt>
    <dgm:pt modelId="{C3CB24C9-BCA8-4068-AD93-4CCB64869343}" type="pres">
      <dgm:prSet presAssocID="{2F372C59-1F10-42F0-8768-DAE44FC867D1}" presName="vertSpace2b" presStyleCnt="0"/>
      <dgm:spPr/>
    </dgm:pt>
    <dgm:pt modelId="{AB9F3631-9312-4A17-A104-A5044D7ED340}" type="pres">
      <dgm:prSet presAssocID="{9AA18DA7-23B8-4766-861A-4A2D0413DC26}" presName="horz2" presStyleCnt="0"/>
      <dgm:spPr/>
    </dgm:pt>
    <dgm:pt modelId="{3B1BAC06-0109-4827-A40C-A5C016666C1B}" type="pres">
      <dgm:prSet presAssocID="{9AA18DA7-23B8-4766-861A-4A2D0413DC26}" presName="horzSpace2" presStyleCnt="0"/>
      <dgm:spPr/>
    </dgm:pt>
    <dgm:pt modelId="{307C2819-8AC0-4DE9-808F-1E095F8B1C23}" type="pres">
      <dgm:prSet presAssocID="{9AA18DA7-23B8-4766-861A-4A2D0413DC26}" presName="tx2" presStyleLbl="revTx" presStyleIdx="2" presStyleCnt="5"/>
      <dgm:spPr/>
    </dgm:pt>
    <dgm:pt modelId="{A880FAD8-5EE3-4392-A55D-23AC43880DBE}" type="pres">
      <dgm:prSet presAssocID="{9AA18DA7-23B8-4766-861A-4A2D0413DC26}" presName="vert2" presStyleCnt="0"/>
      <dgm:spPr/>
    </dgm:pt>
    <dgm:pt modelId="{F656DA14-2C1A-47E5-A658-C11B5C72AA31}" type="pres">
      <dgm:prSet presAssocID="{9AA18DA7-23B8-4766-861A-4A2D0413DC26}" presName="thinLine2b" presStyleLbl="callout" presStyleIdx="1" presStyleCnt="4"/>
      <dgm:spPr/>
    </dgm:pt>
    <dgm:pt modelId="{12F39B68-F8C4-4A77-B9AB-657E779BB495}" type="pres">
      <dgm:prSet presAssocID="{9AA18DA7-23B8-4766-861A-4A2D0413DC26}" presName="vertSpace2b" presStyleCnt="0"/>
      <dgm:spPr/>
    </dgm:pt>
    <dgm:pt modelId="{A8A717C1-1A96-44E0-8F9A-FA581CF24DA8}" type="pres">
      <dgm:prSet presAssocID="{49339F90-D570-4CFC-8162-66760B64C23B}" presName="horz2" presStyleCnt="0"/>
      <dgm:spPr/>
    </dgm:pt>
    <dgm:pt modelId="{8843C0A0-9970-4120-8C9F-A6E4EC30F971}" type="pres">
      <dgm:prSet presAssocID="{49339F90-D570-4CFC-8162-66760B64C23B}" presName="horzSpace2" presStyleCnt="0"/>
      <dgm:spPr/>
    </dgm:pt>
    <dgm:pt modelId="{17DE0E41-856C-4E17-919B-4BDCA2AA82F7}" type="pres">
      <dgm:prSet presAssocID="{49339F90-D570-4CFC-8162-66760B64C23B}" presName="tx2" presStyleLbl="revTx" presStyleIdx="3" presStyleCnt="5"/>
      <dgm:spPr/>
    </dgm:pt>
    <dgm:pt modelId="{F25A2065-BA8C-4BC5-898A-212F9DCCCEB7}" type="pres">
      <dgm:prSet presAssocID="{49339F90-D570-4CFC-8162-66760B64C23B}" presName="vert2" presStyleCnt="0"/>
      <dgm:spPr/>
    </dgm:pt>
    <dgm:pt modelId="{FC486775-2119-4527-AF00-A62E81720D3D}" type="pres">
      <dgm:prSet presAssocID="{49339F90-D570-4CFC-8162-66760B64C23B}" presName="thinLine2b" presStyleLbl="callout" presStyleIdx="2" presStyleCnt="4"/>
      <dgm:spPr/>
    </dgm:pt>
    <dgm:pt modelId="{44A14346-69BE-4A7D-BAF2-7AC1A6873269}" type="pres">
      <dgm:prSet presAssocID="{49339F90-D570-4CFC-8162-66760B64C23B}" presName="vertSpace2b" presStyleCnt="0"/>
      <dgm:spPr/>
    </dgm:pt>
    <dgm:pt modelId="{F8C96210-6576-4424-8C0E-515D2C90B97A}" type="pres">
      <dgm:prSet presAssocID="{4B3B9745-38AD-40EE-818A-EEF11347B943}" presName="horz2" presStyleCnt="0"/>
      <dgm:spPr/>
    </dgm:pt>
    <dgm:pt modelId="{798BB01C-4657-4390-830F-E7DE7236B26F}" type="pres">
      <dgm:prSet presAssocID="{4B3B9745-38AD-40EE-818A-EEF11347B943}" presName="horzSpace2" presStyleCnt="0"/>
      <dgm:spPr/>
    </dgm:pt>
    <dgm:pt modelId="{3CF1A8B3-A727-4256-9731-824D52337152}" type="pres">
      <dgm:prSet presAssocID="{4B3B9745-38AD-40EE-818A-EEF11347B943}" presName="tx2" presStyleLbl="revTx" presStyleIdx="4" presStyleCnt="5"/>
      <dgm:spPr/>
    </dgm:pt>
    <dgm:pt modelId="{B308889D-69D0-43F9-84D7-5409FD2EAEE6}" type="pres">
      <dgm:prSet presAssocID="{4B3B9745-38AD-40EE-818A-EEF11347B943}" presName="vert2" presStyleCnt="0"/>
      <dgm:spPr/>
    </dgm:pt>
    <dgm:pt modelId="{B0DD901D-5DA1-468C-A540-8642E53E4FB8}" type="pres">
      <dgm:prSet presAssocID="{4B3B9745-38AD-40EE-818A-EEF11347B943}" presName="thinLine2b" presStyleLbl="callout" presStyleIdx="3" presStyleCnt="4"/>
      <dgm:spPr/>
    </dgm:pt>
    <dgm:pt modelId="{ACC6191F-1706-4807-8C6F-DE7C29DF9A9C}" type="pres">
      <dgm:prSet presAssocID="{4B3B9745-38AD-40EE-818A-EEF11347B943}" presName="vertSpace2b" presStyleCnt="0"/>
      <dgm:spPr/>
    </dgm:pt>
  </dgm:ptLst>
  <dgm:cxnLst>
    <dgm:cxn modelId="{D909D126-BF46-45F9-9264-0B12F544147C}" type="presOf" srcId="{4B3B9745-38AD-40EE-818A-EEF11347B943}" destId="{3CF1A8B3-A727-4256-9731-824D52337152}" srcOrd="0" destOrd="0" presId="urn:microsoft.com/office/officeart/2008/layout/LinedList"/>
    <dgm:cxn modelId="{B5BA5633-818B-4254-BFD0-6239643E0C2E}" type="presOf" srcId="{49339F90-D570-4CFC-8162-66760B64C23B}" destId="{17DE0E41-856C-4E17-919B-4BDCA2AA82F7}" srcOrd="0" destOrd="0" presId="urn:microsoft.com/office/officeart/2008/layout/LinedList"/>
    <dgm:cxn modelId="{5AFB8336-731C-49A5-A6CB-BC8AD5B687AD}" srcId="{EF571516-CC5D-4203-B96B-AC5BA7DE949A}" destId="{4B3B9745-38AD-40EE-818A-EEF11347B943}" srcOrd="3" destOrd="0" parTransId="{6BEE11D5-73FB-4177-B984-E95F68D4377C}" sibTransId="{AD88E613-89F2-45BE-9639-670DE1211BAE}"/>
    <dgm:cxn modelId="{23633A47-D157-4292-B573-114176596F67}" type="presOf" srcId="{2F372C59-1F10-42F0-8768-DAE44FC867D1}" destId="{30D468D8-8DE8-464B-8174-B776A6A61601}" srcOrd="0" destOrd="0" presId="urn:microsoft.com/office/officeart/2008/layout/LinedList"/>
    <dgm:cxn modelId="{7C655967-1144-4B04-B8AE-E37FC59D0876}" srcId="{EF571516-CC5D-4203-B96B-AC5BA7DE949A}" destId="{9AA18DA7-23B8-4766-861A-4A2D0413DC26}" srcOrd="1" destOrd="0" parTransId="{2AB4099C-DAEF-40FD-8E6B-39B708C427C8}" sibTransId="{5D828027-66CD-4416-9F29-15E1B041C1DC}"/>
    <dgm:cxn modelId="{C7FBD469-FA44-4213-B6F9-376A3CB9500A}" srcId="{EF571516-CC5D-4203-B96B-AC5BA7DE949A}" destId="{49339F90-D570-4CFC-8162-66760B64C23B}" srcOrd="2" destOrd="0" parTransId="{1FBAE160-3F3F-46EB-B199-66A5B6656555}" sibTransId="{13CE5650-6B1B-4186-A233-443356954926}"/>
    <dgm:cxn modelId="{17E7FD71-0194-41B1-939C-CF9562117A99}" srcId="{EF571516-CC5D-4203-B96B-AC5BA7DE949A}" destId="{2F372C59-1F10-42F0-8768-DAE44FC867D1}" srcOrd="0" destOrd="0" parTransId="{FBDADDE9-A3B8-4ADB-BE6D-DDF1BB860E8C}" sibTransId="{CA84D2E1-AD8A-486F-961C-475EE757AAAD}"/>
    <dgm:cxn modelId="{E153197E-FE6F-47F6-806D-6B9AB60EF1A2}" type="presOf" srcId="{EF571516-CC5D-4203-B96B-AC5BA7DE949A}" destId="{0BE8CAE6-B63A-4346-8945-8596C9DB322B}" srcOrd="0" destOrd="0" presId="urn:microsoft.com/office/officeart/2008/layout/LinedList"/>
    <dgm:cxn modelId="{D2FD6588-F3EF-48EA-A17E-D6F23CA0877F}" type="presOf" srcId="{15DC9A21-4CF4-46D0-94F2-373C6E8153E0}" destId="{9465A62D-76D6-4C77-9CA5-7E5B4B86C44F}" srcOrd="0" destOrd="0" presId="urn:microsoft.com/office/officeart/2008/layout/LinedList"/>
    <dgm:cxn modelId="{B471C896-9099-4889-AC0F-9001288B47F7}" type="presOf" srcId="{9AA18DA7-23B8-4766-861A-4A2D0413DC26}" destId="{307C2819-8AC0-4DE9-808F-1E095F8B1C23}" srcOrd="0" destOrd="0" presId="urn:microsoft.com/office/officeart/2008/layout/LinedList"/>
    <dgm:cxn modelId="{8F98E3A9-1061-44FA-A1EF-710FA1862A1E}" srcId="{15DC9A21-4CF4-46D0-94F2-373C6E8153E0}" destId="{EF571516-CC5D-4203-B96B-AC5BA7DE949A}" srcOrd="0" destOrd="0" parTransId="{429888B1-606A-40E1-A737-695815345EE7}" sibTransId="{831FB537-FCD1-498B-8076-467585BCDF0B}"/>
    <dgm:cxn modelId="{405EDC04-A64B-4FA4-9F3B-0C8AF74CF0F9}" type="presParOf" srcId="{9465A62D-76D6-4C77-9CA5-7E5B4B86C44F}" destId="{7A60D5FC-C771-438B-8319-B9EDAF12D09B}" srcOrd="0" destOrd="0" presId="urn:microsoft.com/office/officeart/2008/layout/LinedList"/>
    <dgm:cxn modelId="{88242E37-0AB0-4FFE-B4ED-D2E6EAE405C2}" type="presParOf" srcId="{9465A62D-76D6-4C77-9CA5-7E5B4B86C44F}" destId="{97D8ADE5-EB2E-41C5-8FE1-D812DEE4F094}" srcOrd="1" destOrd="0" presId="urn:microsoft.com/office/officeart/2008/layout/LinedList"/>
    <dgm:cxn modelId="{245CD08A-C0E4-4410-A69C-62C889121094}" type="presParOf" srcId="{97D8ADE5-EB2E-41C5-8FE1-D812DEE4F094}" destId="{0BE8CAE6-B63A-4346-8945-8596C9DB322B}" srcOrd="0" destOrd="0" presId="urn:microsoft.com/office/officeart/2008/layout/LinedList"/>
    <dgm:cxn modelId="{A6AD83DA-7589-471A-B5F9-55B5ECA2D57F}" type="presParOf" srcId="{97D8ADE5-EB2E-41C5-8FE1-D812DEE4F094}" destId="{BCA2D96C-FB46-4DB2-A112-44D22675309A}" srcOrd="1" destOrd="0" presId="urn:microsoft.com/office/officeart/2008/layout/LinedList"/>
    <dgm:cxn modelId="{94FACFF7-DC62-4E1B-8060-A4B9DFB5CF9B}" type="presParOf" srcId="{BCA2D96C-FB46-4DB2-A112-44D22675309A}" destId="{DCF8852A-F653-417F-B8FC-BCA8F3F35673}" srcOrd="0" destOrd="0" presId="urn:microsoft.com/office/officeart/2008/layout/LinedList"/>
    <dgm:cxn modelId="{F053948B-97D4-4F18-B1CF-CA78B223F417}" type="presParOf" srcId="{BCA2D96C-FB46-4DB2-A112-44D22675309A}" destId="{48D91B6A-6E72-46AF-8058-EDCF86D42300}" srcOrd="1" destOrd="0" presId="urn:microsoft.com/office/officeart/2008/layout/LinedList"/>
    <dgm:cxn modelId="{67BB15CB-B5D3-4D34-9E72-324AEF24ADFD}" type="presParOf" srcId="{48D91B6A-6E72-46AF-8058-EDCF86D42300}" destId="{B40D24B1-124C-496A-A2C6-4A6755E8EA71}" srcOrd="0" destOrd="0" presId="urn:microsoft.com/office/officeart/2008/layout/LinedList"/>
    <dgm:cxn modelId="{420295A8-0038-493D-A96E-62EB1E3A3A20}" type="presParOf" srcId="{48D91B6A-6E72-46AF-8058-EDCF86D42300}" destId="{30D468D8-8DE8-464B-8174-B776A6A61601}" srcOrd="1" destOrd="0" presId="urn:microsoft.com/office/officeart/2008/layout/LinedList"/>
    <dgm:cxn modelId="{61129112-9815-4F40-9858-A71B2EF59DB5}" type="presParOf" srcId="{48D91B6A-6E72-46AF-8058-EDCF86D42300}" destId="{195BC40D-E2E6-4C1C-ADD3-1FBEC2C31F28}" srcOrd="2" destOrd="0" presId="urn:microsoft.com/office/officeart/2008/layout/LinedList"/>
    <dgm:cxn modelId="{EF2E64B4-1DFC-4A3D-944D-F70DEA042030}" type="presParOf" srcId="{BCA2D96C-FB46-4DB2-A112-44D22675309A}" destId="{8DD5B6C1-EE9E-4DFC-97EB-4192E31FDDEB}" srcOrd="2" destOrd="0" presId="urn:microsoft.com/office/officeart/2008/layout/LinedList"/>
    <dgm:cxn modelId="{4E387D62-C61B-434C-AB25-D41434B69705}" type="presParOf" srcId="{BCA2D96C-FB46-4DB2-A112-44D22675309A}" destId="{C3CB24C9-BCA8-4068-AD93-4CCB64869343}" srcOrd="3" destOrd="0" presId="urn:microsoft.com/office/officeart/2008/layout/LinedList"/>
    <dgm:cxn modelId="{E07D4942-4B10-4DB6-9AB2-A46236C96705}" type="presParOf" srcId="{BCA2D96C-FB46-4DB2-A112-44D22675309A}" destId="{AB9F3631-9312-4A17-A104-A5044D7ED340}" srcOrd="4" destOrd="0" presId="urn:microsoft.com/office/officeart/2008/layout/LinedList"/>
    <dgm:cxn modelId="{EC6F9276-B61E-4CA9-9646-2B7BC43399FE}" type="presParOf" srcId="{AB9F3631-9312-4A17-A104-A5044D7ED340}" destId="{3B1BAC06-0109-4827-A40C-A5C016666C1B}" srcOrd="0" destOrd="0" presId="urn:microsoft.com/office/officeart/2008/layout/LinedList"/>
    <dgm:cxn modelId="{E0CEBAD5-C967-4598-9BD8-6068AF839557}" type="presParOf" srcId="{AB9F3631-9312-4A17-A104-A5044D7ED340}" destId="{307C2819-8AC0-4DE9-808F-1E095F8B1C23}" srcOrd="1" destOrd="0" presId="urn:microsoft.com/office/officeart/2008/layout/LinedList"/>
    <dgm:cxn modelId="{068BDDE3-18F7-4801-BF25-A3781911E3F4}" type="presParOf" srcId="{AB9F3631-9312-4A17-A104-A5044D7ED340}" destId="{A880FAD8-5EE3-4392-A55D-23AC43880DBE}" srcOrd="2" destOrd="0" presId="urn:microsoft.com/office/officeart/2008/layout/LinedList"/>
    <dgm:cxn modelId="{ECD887D4-251D-4FBE-9D81-A3EEA65A0481}" type="presParOf" srcId="{BCA2D96C-FB46-4DB2-A112-44D22675309A}" destId="{F656DA14-2C1A-47E5-A658-C11B5C72AA31}" srcOrd="5" destOrd="0" presId="urn:microsoft.com/office/officeart/2008/layout/LinedList"/>
    <dgm:cxn modelId="{03BD578F-05DB-47E8-9251-2EBF5E2F9177}" type="presParOf" srcId="{BCA2D96C-FB46-4DB2-A112-44D22675309A}" destId="{12F39B68-F8C4-4A77-B9AB-657E779BB495}" srcOrd="6" destOrd="0" presId="urn:microsoft.com/office/officeart/2008/layout/LinedList"/>
    <dgm:cxn modelId="{F63AA852-249E-4D2B-8114-C31E4E71B08B}" type="presParOf" srcId="{BCA2D96C-FB46-4DB2-A112-44D22675309A}" destId="{A8A717C1-1A96-44E0-8F9A-FA581CF24DA8}" srcOrd="7" destOrd="0" presId="urn:microsoft.com/office/officeart/2008/layout/LinedList"/>
    <dgm:cxn modelId="{E18BFD19-1720-4B08-ACA9-CCB0864E2D37}" type="presParOf" srcId="{A8A717C1-1A96-44E0-8F9A-FA581CF24DA8}" destId="{8843C0A0-9970-4120-8C9F-A6E4EC30F971}" srcOrd="0" destOrd="0" presId="urn:microsoft.com/office/officeart/2008/layout/LinedList"/>
    <dgm:cxn modelId="{AF351B0A-5D8F-4BAC-998E-E82AE393D15D}" type="presParOf" srcId="{A8A717C1-1A96-44E0-8F9A-FA581CF24DA8}" destId="{17DE0E41-856C-4E17-919B-4BDCA2AA82F7}" srcOrd="1" destOrd="0" presId="urn:microsoft.com/office/officeart/2008/layout/LinedList"/>
    <dgm:cxn modelId="{11872A59-8693-4C00-AFDA-9C97C55D118E}" type="presParOf" srcId="{A8A717C1-1A96-44E0-8F9A-FA581CF24DA8}" destId="{F25A2065-BA8C-4BC5-898A-212F9DCCCEB7}" srcOrd="2" destOrd="0" presId="urn:microsoft.com/office/officeart/2008/layout/LinedList"/>
    <dgm:cxn modelId="{3DDABEDB-3902-4D58-BE73-B342DA370F6B}" type="presParOf" srcId="{BCA2D96C-FB46-4DB2-A112-44D22675309A}" destId="{FC486775-2119-4527-AF00-A62E81720D3D}" srcOrd="8" destOrd="0" presId="urn:microsoft.com/office/officeart/2008/layout/LinedList"/>
    <dgm:cxn modelId="{2C9F1BE8-4D4B-4D5E-8FD7-057292BA1708}" type="presParOf" srcId="{BCA2D96C-FB46-4DB2-A112-44D22675309A}" destId="{44A14346-69BE-4A7D-BAF2-7AC1A6873269}" srcOrd="9" destOrd="0" presId="urn:microsoft.com/office/officeart/2008/layout/LinedList"/>
    <dgm:cxn modelId="{7573E582-7778-4A1F-9534-537D42B7698D}" type="presParOf" srcId="{BCA2D96C-FB46-4DB2-A112-44D22675309A}" destId="{F8C96210-6576-4424-8C0E-515D2C90B97A}" srcOrd="10" destOrd="0" presId="urn:microsoft.com/office/officeart/2008/layout/LinedList"/>
    <dgm:cxn modelId="{58A89C06-C14F-4541-88C0-3678922CF44E}" type="presParOf" srcId="{F8C96210-6576-4424-8C0E-515D2C90B97A}" destId="{798BB01C-4657-4390-830F-E7DE7236B26F}" srcOrd="0" destOrd="0" presId="urn:microsoft.com/office/officeart/2008/layout/LinedList"/>
    <dgm:cxn modelId="{76BBE4DE-CC0A-49DB-AC28-30488292C4EC}" type="presParOf" srcId="{F8C96210-6576-4424-8C0E-515D2C90B97A}" destId="{3CF1A8B3-A727-4256-9731-824D52337152}" srcOrd="1" destOrd="0" presId="urn:microsoft.com/office/officeart/2008/layout/LinedList"/>
    <dgm:cxn modelId="{06D8BFE4-52B4-4E98-8499-9C1A1A351446}" type="presParOf" srcId="{F8C96210-6576-4424-8C0E-515D2C90B97A}" destId="{B308889D-69D0-43F9-84D7-5409FD2EAEE6}" srcOrd="2" destOrd="0" presId="urn:microsoft.com/office/officeart/2008/layout/LinedList"/>
    <dgm:cxn modelId="{9696CDDB-4DBE-48C8-8BEF-0F738C72498A}" type="presParOf" srcId="{BCA2D96C-FB46-4DB2-A112-44D22675309A}" destId="{B0DD901D-5DA1-468C-A540-8642E53E4FB8}" srcOrd="11" destOrd="0" presId="urn:microsoft.com/office/officeart/2008/layout/LinedList"/>
    <dgm:cxn modelId="{82B4E4F3-8687-429A-A610-F002737634CB}" type="presParOf" srcId="{BCA2D96C-FB46-4DB2-A112-44D22675309A}" destId="{ACC6191F-1706-4807-8C6F-DE7C29DF9A9C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9F0439-091B-47A3-9B87-B3811B63C43D}" type="doc">
      <dgm:prSet loTypeId="urn:microsoft.com/office/officeart/2011/layout/Tab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68F97F3-15DE-4705-ACA8-FED606DD469C}">
      <dgm:prSet phldrT="[Text]" custT="1"/>
      <dgm:spPr>
        <a:noFill/>
        <a:ln>
          <a:solidFill>
            <a:srgbClr val="C00000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Latency vs. Scale:</a:t>
          </a:r>
          <a:endParaRPr lang="en-IN" sz="1800" dirty="0">
            <a:solidFill>
              <a:schemeClr val="tx1"/>
            </a:solidFill>
          </a:endParaRPr>
        </a:p>
      </dgm:t>
    </dgm:pt>
    <dgm:pt modelId="{ADBE7A20-9B88-4021-BDD5-C47689C421AE}" type="parTrans" cxnId="{B1DBDC84-0A7F-486B-AB05-F6C61AEA84B7}">
      <dgm:prSet/>
      <dgm:spPr/>
      <dgm:t>
        <a:bodyPr/>
        <a:lstStyle/>
        <a:p>
          <a:endParaRPr lang="en-IN"/>
        </a:p>
      </dgm:t>
    </dgm:pt>
    <dgm:pt modelId="{3F81DF60-AAA0-4047-B281-2A97728B0A62}" type="sibTrans" cxnId="{B1DBDC84-0A7F-486B-AB05-F6C61AEA84B7}">
      <dgm:prSet/>
      <dgm:spPr/>
      <dgm:t>
        <a:bodyPr/>
        <a:lstStyle/>
        <a:p>
          <a:endParaRPr lang="en-IN"/>
        </a:p>
      </dgm:t>
    </dgm:pt>
    <dgm:pt modelId="{42A298D5-F596-439D-A5B5-660300754FAF}">
      <dgm:prSet custT="1"/>
      <dgm:spPr>
        <a:noFill/>
        <a:ln>
          <a:solidFill>
            <a:srgbClr val="00B050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25-Service Threshold: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FB5F16-4F8C-43DC-8F33-C5637A16E6D2}" type="parTrans" cxnId="{7F606400-D870-490C-A5F9-2D4120BC84C6}">
      <dgm:prSet/>
      <dgm:spPr/>
      <dgm:t>
        <a:bodyPr/>
        <a:lstStyle/>
        <a:p>
          <a:endParaRPr lang="en-IN"/>
        </a:p>
      </dgm:t>
    </dgm:pt>
    <dgm:pt modelId="{77C620E1-E167-417B-A54D-EFE1C7BC23CF}" type="sibTrans" cxnId="{7F606400-D870-490C-A5F9-2D4120BC84C6}">
      <dgm:prSet/>
      <dgm:spPr/>
      <dgm:t>
        <a:bodyPr/>
        <a:lstStyle/>
        <a:p>
          <a:endParaRPr lang="en-IN"/>
        </a:p>
      </dgm:t>
    </dgm:pt>
    <dgm:pt modelId="{95D91706-3CD9-4CB0-B3A8-CEAB065414B0}">
      <dgm:prSet custT="1"/>
      <dgm:spPr>
        <a:noFill/>
        <a:ln>
          <a:solidFill>
            <a:schemeClr val="accent4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DevOps Dependency: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BA2656-03CF-4823-BAE2-CFF4CFACE368}" type="parTrans" cxnId="{0FA06794-F917-42ED-A95C-8D1E4FA7F818}">
      <dgm:prSet/>
      <dgm:spPr/>
      <dgm:t>
        <a:bodyPr/>
        <a:lstStyle/>
        <a:p>
          <a:endParaRPr lang="en-IN"/>
        </a:p>
      </dgm:t>
    </dgm:pt>
    <dgm:pt modelId="{5ACF9D62-EA6A-4834-BF9D-645E5577905E}" type="sibTrans" cxnId="{0FA06794-F917-42ED-A95C-8D1E4FA7F818}">
      <dgm:prSet/>
      <dgm:spPr/>
      <dgm:t>
        <a:bodyPr/>
        <a:lstStyle/>
        <a:p>
          <a:endParaRPr lang="en-IN"/>
        </a:p>
      </dgm:t>
    </dgm:pt>
    <dgm:pt modelId="{2E510D44-214A-4F54-AF3F-EB04DBFB8837}">
      <dgm:prSet phldrT="[Text]" custT="1"/>
      <dgm:spPr/>
      <dgm:t>
        <a:bodyPr/>
        <a:lstStyle/>
        <a:p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 Monoliths excel in low-latency environments due to in-memory calls. However, Microservices outperform under high variability, where independent scaling of "hot" services prevents system-wide degradation. </a:t>
          </a:r>
          <a:endParaRPr lang="en-IN" sz="1800" dirty="0"/>
        </a:p>
      </dgm:t>
    </dgm:pt>
    <dgm:pt modelId="{CCE16F14-2B7E-441F-888B-248E6C5198E7}" type="parTrans" cxnId="{27B143C3-D146-4B49-ABF3-E4496E601E10}">
      <dgm:prSet/>
      <dgm:spPr/>
      <dgm:t>
        <a:bodyPr/>
        <a:lstStyle/>
        <a:p>
          <a:endParaRPr lang="en-IN"/>
        </a:p>
      </dgm:t>
    </dgm:pt>
    <dgm:pt modelId="{7DEF6680-F4EE-4B60-BFE3-4C2F79610D83}" type="sibTrans" cxnId="{27B143C3-D146-4B49-ABF3-E4496E601E10}">
      <dgm:prSet/>
      <dgm:spPr/>
      <dgm:t>
        <a:bodyPr/>
        <a:lstStyle/>
        <a:p>
          <a:endParaRPr lang="en-IN"/>
        </a:p>
      </dgm:t>
    </dgm:pt>
    <dgm:pt modelId="{8F6CA2FC-54A8-466B-8C06-E66D6633120C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Data suggests the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Crossover Point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typically occurs at </a:t>
          </a: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25+ services.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Beyond this, the benefits of team autonomy and independent deployment outweigh the complexity of managing a distributed mesh. </a:t>
          </a:r>
        </a:p>
      </dgm:t>
    </dgm:pt>
    <dgm:pt modelId="{CD574EFB-C316-4555-A89F-CD26057FD7E5}" type="parTrans" cxnId="{0739185D-4F6B-435C-A6E0-57AAB9AE2BC3}">
      <dgm:prSet/>
      <dgm:spPr/>
      <dgm:t>
        <a:bodyPr/>
        <a:lstStyle/>
        <a:p>
          <a:endParaRPr lang="en-IN"/>
        </a:p>
      </dgm:t>
    </dgm:pt>
    <dgm:pt modelId="{3E0F6206-EA3A-487C-8DB9-0932FD658645}" type="sibTrans" cxnId="{0739185D-4F6B-435C-A6E0-57AAB9AE2BC3}">
      <dgm:prSet/>
      <dgm:spPr/>
      <dgm:t>
        <a:bodyPr/>
        <a:lstStyle/>
        <a:p>
          <a:endParaRPr lang="en-IN"/>
        </a:p>
      </dgm:t>
    </dgm:pt>
    <dgm:pt modelId="{CAEB24F7-3582-48ED-BC42-93DF4872621C}">
      <dgm:prSet custT="1"/>
      <dgm:spPr/>
      <dgm:t>
        <a:bodyPr/>
        <a:lstStyle/>
        <a:p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The success of Microservices is strictly tied to </a:t>
          </a:r>
          <a:r>
            <a:rPr lang="en-US" sz="1800" b="1">
              <a:latin typeface="Times New Roman" panose="02020603050405020304" pitchFamily="18" charset="0"/>
              <a:cs typeface="Times New Roman" panose="02020603050405020304" pitchFamily="18" charset="0"/>
            </a:rPr>
            <a:t>infrastructure automation</a:t>
          </a:r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; without mature CI/CD, the "Microservices Premium" becomes an operational liability. 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D5586A-08D6-409D-BAE2-AAA1CD2B2772}" type="parTrans" cxnId="{4E8C2766-C57D-484A-98A0-78FD46B82A18}">
      <dgm:prSet/>
      <dgm:spPr/>
      <dgm:t>
        <a:bodyPr/>
        <a:lstStyle/>
        <a:p>
          <a:endParaRPr lang="en-IN"/>
        </a:p>
      </dgm:t>
    </dgm:pt>
    <dgm:pt modelId="{EF87B9AB-179A-4946-981A-304B46C67BE5}" type="sibTrans" cxnId="{4E8C2766-C57D-484A-98A0-78FD46B82A18}">
      <dgm:prSet/>
      <dgm:spPr/>
      <dgm:t>
        <a:bodyPr/>
        <a:lstStyle/>
        <a:p>
          <a:endParaRPr lang="en-IN"/>
        </a:p>
      </dgm:t>
    </dgm:pt>
    <dgm:pt modelId="{D61AF0FE-C8F9-43FD-B8EC-A51903537510}" type="pres">
      <dgm:prSet presAssocID="{329F0439-091B-47A3-9B87-B3811B63C43D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213C91D8-77E0-49E6-B48D-A3D09165391D}" type="pres">
      <dgm:prSet presAssocID="{968F97F3-15DE-4705-ACA8-FED606DD469C}" presName="composite" presStyleCnt="0"/>
      <dgm:spPr/>
    </dgm:pt>
    <dgm:pt modelId="{B00B20B9-C7F1-484C-A017-E03DB16996A1}" type="pres">
      <dgm:prSet presAssocID="{968F97F3-15DE-4705-ACA8-FED606DD469C}" presName="FirstChild" presStyleLbl="revTx" presStyleIdx="0" presStyleCnt="3" custScaleY="72471">
        <dgm:presLayoutVars>
          <dgm:chMax val="0"/>
          <dgm:chPref val="0"/>
          <dgm:bulletEnabled val="1"/>
        </dgm:presLayoutVars>
      </dgm:prSet>
      <dgm:spPr/>
    </dgm:pt>
    <dgm:pt modelId="{8A3B6E34-4084-41E7-9A96-5F740463BD03}" type="pres">
      <dgm:prSet presAssocID="{968F97F3-15DE-4705-ACA8-FED606DD469C}" presName="Parent" presStyleLbl="alignNode1" presStyleIdx="0" presStyleCnt="3" custScaleX="87291" custScaleY="72471">
        <dgm:presLayoutVars>
          <dgm:chMax val="3"/>
          <dgm:chPref val="3"/>
          <dgm:bulletEnabled val="1"/>
        </dgm:presLayoutVars>
      </dgm:prSet>
      <dgm:spPr/>
    </dgm:pt>
    <dgm:pt modelId="{58513F90-B6C8-4EC4-866E-67EDC6808D2E}" type="pres">
      <dgm:prSet presAssocID="{968F97F3-15DE-4705-ACA8-FED606DD469C}" presName="Accent" presStyleLbl="parChTrans1D1" presStyleIdx="0" presStyleCnt="3"/>
      <dgm:spPr/>
    </dgm:pt>
    <dgm:pt modelId="{4C432D3F-3516-4B73-81EC-021465F616B2}" type="pres">
      <dgm:prSet presAssocID="{3F81DF60-AAA0-4047-B281-2A97728B0A62}" presName="sibTrans" presStyleCnt="0"/>
      <dgm:spPr/>
    </dgm:pt>
    <dgm:pt modelId="{A6B0BD9D-44EC-4C88-9648-ABAE5ECCA3DC}" type="pres">
      <dgm:prSet presAssocID="{42A298D5-F596-439D-A5B5-660300754FAF}" presName="composite" presStyleCnt="0"/>
      <dgm:spPr/>
    </dgm:pt>
    <dgm:pt modelId="{F18958E3-2269-47BA-9AD6-A2471EFB6738}" type="pres">
      <dgm:prSet presAssocID="{42A298D5-F596-439D-A5B5-660300754FAF}" presName="FirstChild" presStyleLbl="revTx" presStyleIdx="1" presStyleCnt="3" custScaleY="72471">
        <dgm:presLayoutVars>
          <dgm:chMax val="0"/>
          <dgm:chPref val="0"/>
          <dgm:bulletEnabled val="1"/>
        </dgm:presLayoutVars>
      </dgm:prSet>
      <dgm:spPr/>
    </dgm:pt>
    <dgm:pt modelId="{0EA67AE1-4612-4588-A6ED-0EAC0C9FDEDC}" type="pres">
      <dgm:prSet presAssocID="{42A298D5-F596-439D-A5B5-660300754FAF}" presName="Parent" presStyleLbl="alignNode1" presStyleIdx="1" presStyleCnt="3" custScaleX="87291" custScaleY="72471">
        <dgm:presLayoutVars>
          <dgm:chMax val="3"/>
          <dgm:chPref val="3"/>
          <dgm:bulletEnabled val="1"/>
        </dgm:presLayoutVars>
      </dgm:prSet>
      <dgm:spPr/>
    </dgm:pt>
    <dgm:pt modelId="{A075CCD1-3568-4F64-8FE4-8C356CF1F40A}" type="pres">
      <dgm:prSet presAssocID="{42A298D5-F596-439D-A5B5-660300754FAF}" presName="Accent" presStyleLbl="parChTrans1D1" presStyleIdx="1" presStyleCnt="3"/>
      <dgm:spPr/>
    </dgm:pt>
    <dgm:pt modelId="{E878A7DE-74D0-4084-9413-D17266FA9D60}" type="pres">
      <dgm:prSet presAssocID="{77C620E1-E167-417B-A54D-EFE1C7BC23CF}" presName="sibTrans" presStyleCnt="0"/>
      <dgm:spPr/>
    </dgm:pt>
    <dgm:pt modelId="{77E282D0-0D73-4625-ADAA-8BBB64DCE6FE}" type="pres">
      <dgm:prSet presAssocID="{95D91706-3CD9-4CB0-B3A8-CEAB065414B0}" presName="composite" presStyleCnt="0"/>
      <dgm:spPr/>
    </dgm:pt>
    <dgm:pt modelId="{A3A976FF-5ADA-4B5F-AFE3-82E4C83E1FFA}" type="pres">
      <dgm:prSet presAssocID="{95D91706-3CD9-4CB0-B3A8-CEAB065414B0}" presName="FirstChild" presStyleLbl="revTx" presStyleIdx="2" presStyleCnt="3" custScaleY="72471">
        <dgm:presLayoutVars>
          <dgm:chMax val="0"/>
          <dgm:chPref val="0"/>
          <dgm:bulletEnabled val="1"/>
        </dgm:presLayoutVars>
      </dgm:prSet>
      <dgm:spPr/>
    </dgm:pt>
    <dgm:pt modelId="{DAB3B4F2-18BE-4EF9-9E6B-59F89D21664E}" type="pres">
      <dgm:prSet presAssocID="{95D91706-3CD9-4CB0-B3A8-CEAB065414B0}" presName="Parent" presStyleLbl="alignNode1" presStyleIdx="2" presStyleCnt="3" custScaleX="87291" custScaleY="72471">
        <dgm:presLayoutVars>
          <dgm:chMax val="3"/>
          <dgm:chPref val="3"/>
          <dgm:bulletEnabled val="1"/>
        </dgm:presLayoutVars>
      </dgm:prSet>
      <dgm:spPr/>
    </dgm:pt>
    <dgm:pt modelId="{EB462013-9FC7-4679-B836-EB2B32B88954}" type="pres">
      <dgm:prSet presAssocID="{95D91706-3CD9-4CB0-B3A8-CEAB065414B0}" presName="Accent" presStyleLbl="parChTrans1D1" presStyleIdx="2" presStyleCnt="3"/>
      <dgm:spPr/>
    </dgm:pt>
  </dgm:ptLst>
  <dgm:cxnLst>
    <dgm:cxn modelId="{7F606400-D870-490C-A5F9-2D4120BC84C6}" srcId="{329F0439-091B-47A3-9B87-B3811B63C43D}" destId="{42A298D5-F596-439D-A5B5-660300754FAF}" srcOrd="1" destOrd="0" parTransId="{63FB5F16-4F8C-43DC-8F33-C5637A16E6D2}" sibTransId="{77C620E1-E167-417B-A54D-EFE1C7BC23CF}"/>
    <dgm:cxn modelId="{96653F01-692E-4B11-BE94-614AD6D3B9AD}" type="presOf" srcId="{42A298D5-F596-439D-A5B5-660300754FAF}" destId="{0EA67AE1-4612-4588-A6ED-0EAC0C9FDEDC}" srcOrd="0" destOrd="0" presId="urn:microsoft.com/office/officeart/2011/layout/TabList"/>
    <dgm:cxn modelId="{93480727-AAED-4375-98BF-458F2A30550D}" type="presOf" srcId="{329F0439-091B-47A3-9B87-B3811B63C43D}" destId="{D61AF0FE-C8F9-43FD-B8EC-A51903537510}" srcOrd="0" destOrd="0" presId="urn:microsoft.com/office/officeart/2011/layout/TabList"/>
    <dgm:cxn modelId="{FA68542C-9221-4D99-8DC8-1450422172F5}" type="presOf" srcId="{968F97F3-15DE-4705-ACA8-FED606DD469C}" destId="{8A3B6E34-4084-41E7-9A96-5F740463BD03}" srcOrd="0" destOrd="0" presId="urn:microsoft.com/office/officeart/2011/layout/TabList"/>
    <dgm:cxn modelId="{0739185D-4F6B-435C-A6E0-57AAB9AE2BC3}" srcId="{42A298D5-F596-439D-A5B5-660300754FAF}" destId="{8F6CA2FC-54A8-466B-8C06-E66D6633120C}" srcOrd="0" destOrd="0" parTransId="{CD574EFB-C316-4555-A89F-CD26057FD7E5}" sibTransId="{3E0F6206-EA3A-487C-8DB9-0932FD658645}"/>
    <dgm:cxn modelId="{4E8C2766-C57D-484A-98A0-78FD46B82A18}" srcId="{95D91706-3CD9-4CB0-B3A8-CEAB065414B0}" destId="{CAEB24F7-3582-48ED-BC42-93DF4872621C}" srcOrd="0" destOrd="0" parTransId="{18D5586A-08D6-409D-BAE2-AAA1CD2B2772}" sibTransId="{EF87B9AB-179A-4946-981A-304B46C67BE5}"/>
    <dgm:cxn modelId="{17AD255A-48A5-4815-96FA-081D8EC71EA6}" type="presOf" srcId="{8F6CA2FC-54A8-466B-8C06-E66D6633120C}" destId="{F18958E3-2269-47BA-9AD6-A2471EFB6738}" srcOrd="0" destOrd="0" presId="urn:microsoft.com/office/officeart/2011/layout/TabList"/>
    <dgm:cxn modelId="{B1DBDC84-0A7F-486B-AB05-F6C61AEA84B7}" srcId="{329F0439-091B-47A3-9B87-B3811B63C43D}" destId="{968F97F3-15DE-4705-ACA8-FED606DD469C}" srcOrd="0" destOrd="0" parTransId="{ADBE7A20-9B88-4021-BDD5-C47689C421AE}" sibTransId="{3F81DF60-AAA0-4047-B281-2A97728B0A62}"/>
    <dgm:cxn modelId="{B2A5678E-5648-496E-835D-D21EE7E6B678}" type="presOf" srcId="{95D91706-3CD9-4CB0-B3A8-CEAB065414B0}" destId="{DAB3B4F2-18BE-4EF9-9E6B-59F89D21664E}" srcOrd="0" destOrd="0" presId="urn:microsoft.com/office/officeart/2011/layout/TabList"/>
    <dgm:cxn modelId="{0FA06794-F917-42ED-A95C-8D1E4FA7F818}" srcId="{329F0439-091B-47A3-9B87-B3811B63C43D}" destId="{95D91706-3CD9-4CB0-B3A8-CEAB065414B0}" srcOrd="2" destOrd="0" parTransId="{E4BA2656-03CF-4823-BAE2-CFF4CFACE368}" sibTransId="{5ACF9D62-EA6A-4834-BF9D-645E5577905E}"/>
    <dgm:cxn modelId="{27B143C3-D146-4B49-ABF3-E4496E601E10}" srcId="{968F97F3-15DE-4705-ACA8-FED606DD469C}" destId="{2E510D44-214A-4F54-AF3F-EB04DBFB8837}" srcOrd="0" destOrd="0" parTransId="{CCE16F14-2B7E-441F-888B-248E6C5198E7}" sibTransId="{7DEF6680-F4EE-4B60-BFE3-4C2F79610D83}"/>
    <dgm:cxn modelId="{30FEB4C4-7B50-49A8-8C8F-8577C56F62F9}" type="presOf" srcId="{2E510D44-214A-4F54-AF3F-EB04DBFB8837}" destId="{B00B20B9-C7F1-484C-A017-E03DB16996A1}" srcOrd="0" destOrd="0" presId="urn:microsoft.com/office/officeart/2011/layout/TabList"/>
    <dgm:cxn modelId="{5D19EADC-766C-4662-A05A-C15C9051948E}" type="presOf" srcId="{CAEB24F7-3582-48ED-BC42-93DF4872621C}" destId="{A3A976FF-5ADA-4B5F-AFE3-82E4C83E1FFA}" srcOrd="0" destOrd="0" presId="urn:microsoft.com/office/officeart/2011/layout/TabList"/>
    <dgm:cxn modelId="{BED22169-170D-4D9A-9139-75097358AA29}" type="presParOf" srcId="{D61AF0FE-C8F9-43FD-B8EC-A51903537510}" destId="{213C91D8-77E0-49E6-B48D-A3D09165391D}" srcOrd="0" destOrd="0" presId="urn:microsoft.com/office/officeart/2011/layout/TabList"/>
    <dgm:cxn modelId="{CEDE6D17-FAB1-4C5A-9B87-FBF281EBA19C}" type="presParOf" srcId="{213C91D8-77E0-49E6-B48D-A3D09165391D}" destId="{B00B20B9-C7F1-484C-A017-E03DB16996A1}" srcOrd="0" destOrd="0" presId="urn:microsoft.com/office/officeart/2011/layout/TabList"/>
    <dgm:cxn modelId="{BA6DC2D8-88E7-4590-92F8-C6F2A2F06084}" type="presParOf" srcId="{213C91D8-77E0-49E6-B48D-A3D09165391D}" destId="{8A3B6E34-4084-41E7-9A96-5F740463BD03}" srcOrd="1" destOrd="0" presId="urn:microsoft.com/office/officeart/2011/layout/TabList"/>
    <dgm:cxn modelId="{70E1BC33-0651-4914-A3D3-6B7A74060CBD}" type="presParOf" srcId="{213C91D8-77E0-49E6-B48D-A3D09165391D}" destId="{58513F90-B6C8-4EC4-866E-67EDC6808D2E}" srcOrd="2" destOrd="0" presId="urn:microsoft.com/office/officeart/2011/layout/TabList"/>
    <dgm:cxn modelId="{89B3CE5C-4C46-46AF-B57A-3C5EA902D11B}" type="presParOf" srcId="{D61AF0FE-C8F9-43FD-B8EC-A51903537510}" destId="{4C432D3F-3516-4B73-81EC-021465F616B2}" srcOrd="1" destOrd="0" presId="urn:microsoft.com/office/officeart/2011/layout/TabList"/>
    <dgm:cxn modelId="{E860279E-6A8B-44D8-800C-A61983715E90}" type="presParOf" srcId="{D61AF0FE-C8F9-43FD-B8EC-A51903537510}" destId="{A6B0BD9D-44EC-4C88-9648-ABAE5ECCA3DC}" srcOrd="2" destOrd="0" presId="urn:microsoft.com/office/officeart/2011/layout/TabList"/>
    <dgm:cxn modelId="{BC6662AB-8D25-48D1-AE4D-2A45A7605165}" type="presParOf" srcId="{A6B0BD9D-44EC-4C88-9648-ABAE5ECCA3DC}" destId="{F18958E3-2269-47BA-9AD6-A2471EFB6738}" srcOrd="0" destOrd="0" presId="urn:microsoft.com/office/officeart/2011/layout/TabList"/>
    <dgm:cxn modelId="{279EB4D6-95FA-40BA-A7A1-CFD300BFFB03}" type="presParOf" srcId="{A6B0BD9D-44EC-4C88-9648-ABAE5ECCA3DC}" destId="{0EA67AE1-4612-4588-A6ED-0EAC0C9FDEDC}" srcOrd="1" destOrd="0" presId="urn:microsoft.com/office/officeart/2011/layout/TabList"/>
    <dgm:cxn modelId="{B75E2BCE-C76D-413E-A27E-518910BB044F}" type="presParOf" srcId="{A6B0BD9D-44EC-4C88-9648-ABAE5ECCA3DC}" destId="{A075CCD1-3568-4F64-8FE4-8C356CF1F40A}" srcOrd="2" destOrd="0" presId="urn:microsoft.com/office/officeart/2011/layout/TabList"/>
    <dgm:cxn modelId="{F35940C5-E67E-499C-9454-FAF8100E89C2}" type="presParOf" srcId="{D61AF0FE-C8F9-43FD-B8EC-A51903537510}" destId="{E878A7DE-74D0-4084-9413-D17266FA9D60}" srcOrd="3" destOrd="0" presId="urn:microsoft.com/office/officeart/2011/layout/TabList"/>
    <dgm:cxn modelId="{D44D7CD1-9614-4BD4-A4B6-066356BE9683}" type="presParOf" srcId="{D61AF0FE-C8F9-43FD-B8EC-A51903537510}" destId="{77E282D0-0D73-4625-ADAA-8BBB64DCE6FE}" srcOrd="4" destOrd="0" presId="urn:microsoft.com/office/officeart/2011/layout/TabList"/>
    <dgm:cxn modelId="{E257C17C-5A4C-42BF-9CCC-17931F65C1C0}" type="presParOf" srcId="{77E282D0-0D73-4625-ADAA-8BBB64DCE6FE}" destId="{A3A976FF-5ADA-4B5F-AFE3-82E4C83E1FFA}" srcOrd="0" destOrd="0" presId="urn:microsoft.com/office/officeart/2011/layout/TabList"/>
    <dgm:cxn modelId="{B32A042F-ABE1-44AB-8B2D-17BE17B0A108}" type="presParOf" srcId="{77E282D0-0D73-4625-ADAA-8BBB64DCE6FE}" destId="{DAB3B4F2-18BE-4EF9-9E6B-59F89D21664E}" srcOrd="1" destOrd="0" presId="urn:microsoft.com/office/officeart/2011/layout/TabList"/>
    <dgm:cxn modelId="{913C9C7A-8509-4203-9E75-D36B205F78C7}" type="presParOf" srcId="{77E282D0-0D73-4625-ADAA-8BBB64DCE6FE}" destId="{EB462013-9FC7-4679-B836-EB2B32B88954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04E59-F3D7-464A-8FEC-3C03A82802A3}">
      <dsp:nvSpPr>
        <dsp:cNvPr id="0" name=""/>
        <dsp:cNvSpPr/>
      </dsp:nvSpPr>
      <dsp:spPr>
        <a:xfrm>
          <a:off x="29937" y="502"/>
          <a:ext cx="3813091" cy="22878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architectural choice between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Monoliths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Microservices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is no longer a binary "good vs. bad" decision but a strategic trade-off centered on organizational maturity and technical requirements. </a:t>
          </a:r>
          <a:endParaRPr lang="en-IN" sz="2200" kern="1200" dirty="0"/>
        </a:p>
      </dsp:txBody>
      <dsp:txXfrm>
        <a:off x="29937" y="502"/>
        <a:ext cx="3813091" cy="2287855"/>
      </dsp:txXfrm>
    </dsp:sp>
    <dsp:sp modelId="{EA06A662-9007-4325-8C88-4377D932A6BC}">
      <dsp:nvSpPr>
        <dsp:cNvPr id="0" name=""/>
        <dsp:cNvSpPr/>
      </dsp:nvSpPr>
      <dsp:spPr>
        <a:xfrm>
          <a:off x="4224338" y="502"/>
          <a:ext cx="3813091" cy="22878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Structural Paradox: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While Monoliths offer simplicity and unified state management, they often become "Big Balls of Mud" as they scale, leading to deployment bottlenecks. </a:t>
          </a:r>
        </a:p>
      </dsp:txBody>
      <dsp:txXfrm>
        <a:off x="4224338" y="502"/>
        <a:ext cx="3813091" cy="2287855"/>
      </dsp:txXfrm>
    </dsp:sp>
    <dsp:sp modelId="{8DC6F718-4363-41A5-9F95-494C8E897957}">
      <dsp:nvSpPr>
        <dsp:cNvPr id="0" name=""/>
        <dsp:cNvSpPr/>
      </dsp:nvSpPr>
      <dsp:spPr>
        <a:xfrm>
          <a:off x="29937" y="2669666"/>
          <a:ext cx="3813091" cy="22878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The Microservices Premium:</a:t>
          </a: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 This concept describes the inherent "tax" paid in network latency, distributed consistency, and operational overhead in exchange for high availability and independent scaling. 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937" y="2669666"/>
        <a:ext cx="3813091" cy="2287855"/>
      </dsp:txXfrm>
    </dsp:sp>
    <dsp:sp modelId="{5EACD1A1-F993-403C-8455-963BB4896FE7}">
      <dsp:nvSpPr>
        <dsp:cNvPr id="0" name=""/>
        <dsp:cNvSpPr/>
      </dsp:nvSpPr>
      <dsp:spPr>
        <a:xfrm>
          <a:off x="4224338" y="2669666"/>
          <a:ext cx="3813091" cy="22878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The Crossover Point:</a:t>
          </a: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 The core of this research is identifying the specific threshold where the cost of managing monolithic complexity exceeds the "premium" of a microservices mesh. 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4338" y="2669666"/>
        <a:ext cx="3813091" cy="22878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60D5FC-C771-438B-8319-B9EDAF12D09B}">
      <dsp:nvSpPr>
        <dsp:cNvPr id="0" name=""/>
        <dsp:cNvSpPr/>
      </dsp:nvSpPr>
      <dsp:spPr>
        <a:xfrm>
          <a:off x="0" y="0"/>
          <a:ext cx="805261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8CAE6-B63A-4346-8945-8596C9DB322B}">
      <dsp:nvSpPr>
        <dsp:cNvPr id="0" name=""/>
        <dsp:cNvSpPr/>
      </dsp:nvSpPr>
      <dsp:spPr>
        <a:xfrm>
          <a:off x="0" y="0"/>
          <a:ext cx="2294817" cy="49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study aims to provide a data-driven framework for architectural selection based on the following goals: </a:t>
          </a:r>
          <a:endParaRPr lang="en-IN" sz="1800" kern="1200" dirty="0"/>
        </a:p>
      </dsp:txBody>
      <dsp:txXfrm>
        <a:off x="0" y="0"/>
        <a:ext cx="2294817" cy="4945625"/>
      </dsp:txXfrm>
    </dsp:sp>
    <dsp:sp modelId="{30D468D8-8DE8-464B-8174-B776A6A61601}">
      <dsp:nvSpPr>
        <dsp:cNvPr id="0" name=""/>
        <dsp:cNvSpPr/>
      </dsp:nvSpPr>
      <dsp:spPr>
        <a:xfrm>
          <a:off x="2402749" y="58137"/>
          <a:ext cx="5648432" cy="116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Quantify the Crossover Point: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Identify the exact metrics (e.g., service count, team size, or request volume) where a monolith becomes inefficient. </a:t>
          </a:r>
        </a:p>
      </dsp:txBody>
      <dsp:txXfrm>
        <a:off x="2402749" y="58137"/>
        <a:ext cx="5648432" cy="1162753"/>
      </dsp:txXfrm>
    </dsp:sp>
    <dsp:sp modelId="{8DD5B6C1-EE9E-4DFC-97EB-4192E31FDDEB}">
      <dsp:nvSpPr>
        <dsp:cNvPr id="0" name=""/>
        <dsp:cNvSpPr/>
      </dsp:nvSpPr>
      <dsp:spPr>
        <a:xfrm>
          <a:off x="2294817" y="1220890"/>
          <a:ext cx="57563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C2819-8AC0-4DE9-808F-1E095F8B1C23}">
      <dsp:nvSpPr>
        <dsp:cNvPr id="0" name=""/>
        <dsp:cNvSpPr/>
      </dsp:nvSpPr>
      <dsp:spPr>
        <a:xfrm>
          <a:off x="2402749" y="1279028"/>
          <a:ext cx="5648432" cy="116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 Benchmarking: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Measure the impact of network serialization and inter-service communication on overall system latency. </a:t>
          </a:r>
        </a:p>
      </dsp:txBody>
      <dsp:txXfrm>
        <a:off x="2402749" y="1279028"/>
        <a:ext cx="5648432" cy="1162753"/>
      </dsp:txXfrm>
    </dsp:sp>
    <dsp:sp modelId="{F656DA14-2C1A-47E5-A658-C11B5C72AA31}">
      <dsp:nvSpPr>
        <dsp:cNvPr id="0" name=""/>
        <dsp:cNvSpPr/>
      </dsp:nvSpPr>
      <dsp:spPr>
        <a:xfrm>
          <a:off x="2294817" y="2441781"/>
          <a:ext cx="57563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E0E41-856C-4E17-919B-4BDCA2AA82F7}">
      <dsp:nvSpPr>
        <dsp:cNvPr id="0" name=""/>
        <dsp:cNvSpPr/>
      </dsp:nvSpPr>
      <dsp:spPr>
        <a:xfrm>
          <a:off x="2402749" y="2499919"/>
          <a:ext cx="5648432" cy="116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Operational Evaluation: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Analyze how "DevOps Maturity" correlates with the successful implementation of distributed architectures. </a:t>
          </a:r>
        </a:p>
      </dsp:txBody>
      <dsp:txXfrm>
        <a:off x="2402749" y="2499919"/>
        <a:ext cx="5648432" cy="1162753"/>
      </dsp:txXfrm>
    </dsp:sp>
    <dsp:sp modelId="{FC486775-2119-4527-AF00-A62E81720D3D}">
      <dsp:nvSpPr>
        <dsp:cNvPr id="0" name=""/>
        <dsp:cNvSpPr/>
      </dsp:nvSpPr>
      <dsp:spPr>
        <a:xfrm>
          <a:off x="2294817" y="3662672"/>
          <a:ext cx="57563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F1A8B3-A727-4256-9731-824D52337152}">
      <dsp:nvSpPr>
        <dsp:cNvPr id="0" name=""/>
        <dsp:cNvSpPr/>
      </dsp:nvSpPr>
      <dsp:spPr>
        <a:xfrm>
          <a:off x="2402749" y="3720810"/>
          <a:ext cx="5648432" cy="1162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Trade-off Mapping: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Create a rubric comparing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Scalability, Fault Tolerance,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Deployment Velocity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against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Operational Complexity.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02749" y="3720810"/>
        <a:ext cx="5648432" cy="1162753"/>
      </dsp:txXfrm>
    </dsp:sp>
    <dsp:sp modelId="{B0DD901D-5DA1-468C-A540-8642E53E4FB8}">
      <dsp:nvSpPr>
        <dsp:cNvPr id="0" name=""/>
        <dsp:cNvSpPr/>
      </dsp:nvSpPr>
      <dsp:spPr>
        <a:xfrm>
          <a:off x="2294817" y="4883563"/>
          <a:ext cx="57563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62013-9FC7-4679-B836-EB2B32B88954}">
      <dsp:nvSpPr>
        <dsp:cNvPr id="0" name=""/>
        <dsp:cNvSpPr/>
      </dsp:nvSpPr>
      <dsp:spPr>
        <a:xfrm>
          <a:off x="0" y="4650185"/>
          <a:ext cx="7914966" cy="0"/>
        </a:xfrm>
        <a:prstGeom prst="line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5CCD1-3568-4F64-8FE4-8C356CF1F40A}">
      <dsp:nvSpPr>
        <dsp:cNvPr id="0" name=""/>
        <dsp:cNvSpPr/>
      </dsp:nvSpPr>
      <dsp:spPr>
        <a:xfrm>
          <a:off x="0" y="3158239"/>
          <a:ext cx="7914966" cy="0"/>
        </a:xfrm>
        <a:prstGeom prst="line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513F90-B6C8-4EC4-866E-67EDC6808D2E}">
      <dsp:nvSpPr>
        <dsp:cNvPr id="0" name=""/>
        <dsp:cNvSpPr/>
      </dsp:nvSpPr>
      <dsp:spPr>
        <a:xfrm>
          <a:off x="0" y="1666293"/>
          <a:ext cx="7914966" cy="0"/>
        </a:xfrm>
        <a:prstGeom prst="line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0B20B9-C7F1-484C-A017-E03DB16996A1}">
      <dsp:nvSpPr>
        <dsp:cNvPr id="0" name=""/>
        <dsp:cNvSpPr/>
      </dsp:nvSpPr>
      <dsp:spPr>
        <a:xfrm>
          <a:off x="2057891" y="256111"/>
          <a:ext cx="5857074" cy="118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 Monoliths excel in low-latency environments due to in-memory calls. However, Microservices outperform under high variability, where independent scaling of "hot" services prevents system-wide degradation. </a:t>
          </a:r>
          <a:endParaRPr lang="en-IN" sz="1800" kern="1200" dirty="0"/>
        </a:p>
      </dsp:txBody>
      <dsp:txXfrm>
        <a:off x="2057891" y="256111"/>
        <a:ext cx="5857074" cy="1185095"/>
      </dsp:txXfrm>
    </dsp:sp>
    <dsp:sp modelId="{8A3B6E34-4084-41E7-9A96-5F740463BD03}">
      <dsp:nvSpPr>
        <dsp:cNvPr id="0" name=""/>
        <dsp:cNvSpPr/>
      </dsp:nvSpPr>
      <dsp:spPr>
        <a:xfrm>
          <a:off x="130768" y="256111"/>
          <a:ext cx="1796353" cy="1185095"/>
        </a:xfrm>
        <a:prstGeom prst="round2SameRect">
          <a:avLst>
            <a:gd name="adj1" fmla="val 16670"/>
            <a:gd name="adj2" fmla="val 0"/>
          </a:avLst>
        </a:prstGeom>
        <a:noFill/>
        <a:ln w="25400" cap="flat" cmpd="sng" algn="ctr">
          <a:solidFill>
            <a:srgbClr val="C00000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Latency vs. Scale: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188630" y="313973"/>
        <a:ext cx="1680629" cy="1127233"/>
      </dsp:txXfrm>
    </dsp:sp>
    <dsp:sp modelId="{F18958E3-2269-47BA-9AD6-A2471EFB6738}">
      <dsp:nvSpPr>
        <dsp:cNvPr id="0" name=""/>
        <dsp:cNvSpPr/>
      </dsp:nvSpPr>
      <dsp:spPr>
        <a:xfrm>
          <a:off x="2057891" y="1748057"/>
          <a:ext cx="5857074" cy="118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suggests the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Crossover Point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typically occurs at </a:t>
          </a: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25+ services.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Beyond this, the benefits of team autonomy and independent deployment outweigh the complexity of managing a distributed mesh. </a:t>
          </a:r>
        </a:p>
      </dsp:txBody>
      <dsp:txXfrm>
        <a:off x="2057891" y="1748057"/>
        <a:ext cx="5857074" cy="1185095"/>
      </dsp:txXfrm>
    </dsp:sp>
    <dsp:sp modelId="{0EA67AE1-4612-4588-A6ED-0EAC0C9FDEDC}">
      <dsp:nvSpPr>
        <dsp:cNvPr id="0" name=""/>
        <dsp:cNvSpPr/>
      </dsp:nvSpPr>
      <dsp:spPr>
        <a:xfrm>
          <a:off x="130768" y="1748057"/>
          <a:ext cx="1796353" cy="1185095"/>
        </a:xfrm>
        <a:prstGeom prst="round2SameRect">
          <a:avLst>
            <a:gd name="adj1" fmla="val 16670"/>
            <a:gd name="adj2" fmla="val 0"/>
          </a:avLst>
        </a:prstGeom>
        <a:noFill/>
        <a:ln w="25400" cap="flat" cmpd="sng" algn="ctr">
          <a:solidFill>
            <a:srgbClr val="00B050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25-Service Threshold: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8630" y="1805919"/>
        <a:ext cx="1680629" cy="1127233"/>
      </dsp:txXfrm>
    </dsp:sp>
    <dsp:sp modelId="{A3A976FF-5ADA-4B5F-AFE3-82E4C83E1FFA}">
      <dsp:nvSpPr>
        <dsp:cNvPr id="0" name=""/>
        <dsp:cNvSpPr/>
      </dsp:nvSpPr>
      <dsp:spPr>
        <a:xfrm>
          <a:off x="2057891" y="3240003"/>
          <a:ext cx="5857074" cy="118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The success of Microservices is strictly tied to </a:t>
          </a: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infrastructure automation</a:t>
          </a: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; without mature CI/CD, the "Microservices Premium" becomes an operational liability. 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57891" y="3240003"/>
        <a:ext cx="5857074" cy="1185095"/>
      </dsp:txXfrm>
    </dsp:sp>
    <dsp:sp modelId="{DAB3B4F2-18BE-4EF9-9E6B-59F89D21664E}">
      <dsp:nvSpPr>
        <dsp:cNvPr id="0" name=""/>
        <dsp:cNvSpPr/>
      </dsp:nvSpPr>
      <dsp:spPr>
        <a:xfrm>
          <a:off x="130768" y="3240003"/>
          <a:ext cx="1796353" cy="1185095"/>
        </a:xfrm>
        <a:prstGeom prst="round2SameRect">
          <a:avLst>
            <a:gd name="adj1" fmla="val 16670"/>
            <a:gd name="adj2" fmla="val 0"/>
          </a:avLst>
        </a:prstGeom>
        <a:noFill/>
        <a:ln w="25400" cap="flat" cmpd="sng" algn="ctr">
          <a:solidFill>
            <a:schemeClr val="accent4"/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DevOps Dependency: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8630" y="3297865"/>
        <a:ext cx="1680629" cy="1127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Analysis of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Microservices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Monolithic Architectures</a:t>
            </a:r>
            <a:b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Amandeep</a:t>
            </a: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Singh, </a:t>
            </a:r>
            <a:r>
              <a:rPr lang="en-US" sz="16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Ayushmaan</a:t>
            </a: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,</a:t>
            </a:r>
            <a:r>
              <a:rPr lang="en-US" sz="16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Aditya</a:t>
            </a: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Bajaj</a:t>
            </a:r>
            <a:b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b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amandeep1250.be22@chitkara.edu.in, </a:t>
            </a:r>
            <a:b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ayushmaan0207.be22@chitkara.edu.in, aditya1185.be22@chitkara.edu.in </a:t>
            </a:r>
            <a:b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16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Monika </a:t>
            </a:r>
            <a:r>
              <a:rPr lang="en-US" sz="2000" spc="-1" dirty="0" err="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Aggarwal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237561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3FE55B-65DE-0C0E-EC3C-A05FEFD53C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557570"/>
              </p:ext>
            </p:extLst>
          </p:nvPr>
        </p:nvGraphicFramePr>
        <p:xfrm>
          <a:off x="457200" y="1118108"/>
          <a:ext cx="8067368" cy="495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EF7FD78-2521-AB85-3F5A-F13C5C3EDB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1399647"/>
              </p:ext>
            </p:extLst>
          </p:nvPr>
        </p:nvGraphicFramePr>
        <p:xfrm>
          <a:off x="545690" y="1150374"/>
          <a:ext cx="8052619" cy="4945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788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84" y="0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Methods/Methodology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521110" y="1659193"/>
            <a:ext cx="7502014" cy="3539614"/>
          </a:xfrm>
        </p:spPr>
        <p:txBody>
          <a:bodyPr>
            <a:noAutofit/>
          </a:bodyPr>
          <a:lstStyle/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utilizes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Multi-Method Analytical Framework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both theoretical and empirical validity: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I: Systematic Literature Review: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Analyzing industry reports and peer-reviewed studies to establish baseline definitions for the "Microservices Premium."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II: Quantitative Stress Testing: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progressively increasing loads to observe failure modes in both architectures.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performance when traffic variability exceeds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2:1 ratio.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III: Metric-Based Assessment: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Standardizing evaluations for: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Index: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Ability to scale individual components.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Quotient: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Effort required for system maintenance and local development.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IV: Comparative Case Studies: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Examining documented migrations to identify recurring patterns of success and failure during the "Monolith-to-Microservices" transition.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965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Results/Findings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1408373"/>
            <a:ext cx="5486040" cy="9140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research quantified key architectural traits on a 5-point scale and identified a critical service threshold.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50DE97-9188-AF4E-A9AD-A4FD625A6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369902"/>
              </p:ext>
            </p:extLst>
          </p:nvPr>
        </p:nvGraphicFramePr>
        <p:xfrm>
          <a:off x="457199" y="2145399"/>
          <a:ext cx="8229600" cy="402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85805175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5933448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59733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Metric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Monolithic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Microservices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230274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Scalability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2.1 / 5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4.7 / 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4245162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Operational Simplicity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4.3 / 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2.8 / 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53317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Response Time (Low Load)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2-3x Faster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Slower (Network Overhead)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75062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Deployment Independence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Low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73534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Fault Isolation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Poor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Excellent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798276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80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C4E7DE0-6F1A-80F0-B3F9-0303F32F77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5643959"/>
              </p:ext>
            </p:extLst>
          </p:nvPr>
        </p:nvGraphicFramePr>
        <p:xfrm>
          <a:off x="540776" y="1229032"/>
          <a:ext cx="7914966" cy="4906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1576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540775" y="914040"/>
            <a:ext cx="7334864" cy="4031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should be treated as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a binary choice.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Fit: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Monoliths remain the gold standard for MVPs, small-to-medium startups, and unified domain models.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reserved for hyper-scale systems requiring rapid, decentralized innovation.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Criteria: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Selection must be based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Anticipated Scale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industry trends.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means to reduce the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Premium."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Monoliths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hybrid approach to gain code isolation without the network complexity of fully distributed services.</a:t>
            </a:r>
          </a:p>
        </p:txBody>
      </p:sp>
    </p:spTree>
    <p:extLst>
      <p:ext uri="{BB962C8B-B14F-4D97-AF65-F5344CB8AC3E}">
        <p14:creationId xmlns:p14="http://schemas.microsoft.com/office/powerpoint/2010/main" val="150559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34777</TotalTime>
  <Words>723</Words>
  <Application>Microsoft Office PowerPoint</Application>
  <PresentationFormat>On-screen Show (4:3)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Objectives</vt:lpstr>
      <vt:lpstr> Methods/Methodology</vt:lpstr>
      <vt:lpstr>Results/Findings</vt:lpstr>
      <vt:lpstr>Key Observations</vt:lpstr>
      <vt:lpstr> 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ayushmaan thakur</cp:lastModifiedBy>
  <cp:revision>2308</cp:revision>
  <dcterms:created xsi:type="dcterms:W3CDTF">2010-04-09T07:36:15Z</dcterms:created>
  <dcterms:modified xsi:type="dcterms:W3CDTF">2026-04-29T18:51:09Z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